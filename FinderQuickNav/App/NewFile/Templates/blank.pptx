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4x3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>
          <a:noFill/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</a:theme>
</file>